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  <Relationship Id='rId21' Target='slides/slide16.xml' Type='http://schemas.openxmlformats.org/officeDocument/2006/relationships/slide' />
  <Relationship Id='rId22' Target='slides/slide17.xml' Type='http://schemas.openxmlformats.org/officeDocument/2006/relationships/slide' />
  <Relationship Id='rId23' Target='slides/slide18.xml' Type='http://schemas.openxmlformats.org/officeDocument/2006/relationships/slide' />
  <Relationship Id='rId24' Target='slides/slide19.xml' Type='http://schemas.openxmlformats.org/officeDocument/2006/relationships/slide' />
  <Relationship Id='rId25' Target='slides/slide20.xml' Type='http://schemas.openxmlformats.org/officeDocument/2006/relationships/slide' />
  <Relationship Id='rId26' Target='slides/slide21.xml' Type='http://schemas.openxmlformats.org/officeDocument/2006/relationships/slide' />
  <Relationship Id='rId27' Target='slides/slide22.xml' Type='http://schemas.openxmlformats.org/officeDocument/2006/relationships/slide' />
  <Relationship Id='rId28' Target='slides/slide23.xml' Type='http://schemas.openxmlformats.org/officeDocument/2006/relationships/slide' />
  <Relationship Id='rId29' Target='slides/slide24.xml' Type='http://schemas.openxmlformats.org/officeDocument/2006/relationships/slide' />
  <Relationship Id='rId30' Target='slides/slide25.xml' Type='http://schemas.openxmlformats.org/officeDocument/2006/relationships/slide' />
  <Relationship Id='rId31' Target='slides/slide26.xml' Type='http://schemas.openxmlformats.org/officeDocument/2006/relationships/slide' />
  <Relationship Id='rId32' Target='slides/slide27.xml' Type='http://schemas.openxmlformats.org/officeDocument/2006/relationships/slide' />
  <Relationship Id='rId33' Target='slides/slide28.xml' Type='http://schemas.openxmlformats.org/officeDocument/2006/relationships/slide' />
  <Relationship Id='rId34' Target='slides/slide29.xml' Type='http://schemas.openxmlformats.org/officeDocument/2006/relationships/slide' />
  <Relationship Id='rId35' Target='slides/slide30.xml' Type='http://schemas.openxmlformats.org/officeDocument/2006/relationships/slide' />
  <Relationship Id='rId36' Target='slides/slide31.xml' Type='http://schemas.openxmlformats.org/officeDocument/2006/relationships/slide' />
  <Relationship Id='rId37' Target='slides/slide32.xml' Type='http://schemas.openxmlformats.org/officeDocument/2006/relationships/slide' />
  <Relationship Id='rId38' Target='slides/slide33.xml' Type='http://schemas.openxmlformats.org/officeDocument/2006/relationships/slide' />
  <Relationship Id='rId39' Target='slides/slide34.xml' Type='http://schemas.openxmlformats.org/officeDocument/2006/relationships/slide' />
  <Relationship Id='rId40' Target='slides/slide35.xml' Type='http://schemas.openxmlformats.org/officeDocument/2006/relationships/slide' />
  <Relationship Id='rId41' Target='slides/slide36.xml' Type='http://schemas.openxmlformats.org/officeDocument/2006/relationships/slide' />
  <Relationship Id='rId42' Target='slides/slide37.xml' Type='http://schemas.openxmlformats.org/officeDocument/2006/relationships/slide' />
  <Relationship Id='rId43' Target='slides/slide38.xml' Type='http://schemas.openxmlformats.org/officeDocument/2006/relationships/slide' />
  <Relationship Id='rId44' Target='slides/slide39.xml' Type='http://schemas.openxmlformats.org/officeDocument/2006/relationships/slide' />
  <Relationship Id='rId45' Target='slides/slide40.xml' Type='http://schemas.openxmlformats.org/officeDocument/2006/relationships/slide' />
  <Relationship Id='rId46' Target='slides/slide41.xml' Type='http://schemas.openxmlformats.org/officeDocument/2006/relationships/slide' />
  <Relationship Id='rId47' Target='slides/slide42.xml' Type='http://schemas.openxmlformats.org/officeDocument/2006/relationships/slide' />
  <Relationship Id='rId48' Target='slides/slide43.xml' Type='http://schemas.openxmlformats.org/officeDocument/2006/relationships/slide' />
  <Relationship Id='rId49' Target='slides/slide44.xml' Type='http://schemas.openxmlformats.org/officeDocument/2006/relationships/slide' />
  <Relationship Id='rId50' Target='slides/slide45.xml' Type='http://schemas.openxmlformats.org/officeDocument/2006/relationships/slide' />
  <Relationship Id='rId51' Target='slides/slide46.xml' Type='http://schemas.openxmlformats.org/officeDocument/2006/relationships/slide' />
  <Relationship Id='rId52' Target='slides/slide47.xml' Type='http://schemas.openxmlformats.org/officeDocument/2006/relationships/slide' />
  <Relationship Id='rId53' Target='slides/slide48.xml' Type='http://schemas.openxmlformats.org/officeDocument/2006/relationships/slide' />
  <Relationship Id='rId54' Target='slides/slide49.xml' Type='http://schemas.openxmlformats.org/officeDocument/2006/relationships/slide' />
  <Relationship Id='rId55' Target='slides/slide50.xml' Type='http://schemas.openxmlformats.org/officeDocument/2006/relationships/slide' />
  <Relationship Id='rId56' Target='slides/slide51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1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1' Target='../media/image15.png' Type='http://schemas.openxmlformats.org/officeDocument/2006/relationships/image' />
</Relationships>

</file>

<file path=ppt/slides/_rels/slide1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2' Target='../media/image16.png' Type='http://schemas.openxmlformats.org/officeDocument/2006/relationships/image' />
</Relationships>

</file>

<file path=ppt/slides/_rels/slide1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3' Target='../media/image17.png' Type='http://schemas.openxmlformats.org/officeDocument/2006/relationships/image' />
</Relationships>

</file>

<file path=ppt/slides/_rels/slide1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4' Target='../media/image18.png' Type='http://schemas.openxmlformats.org/officeDocument/2006/relationships/image' />
</Relationships>

</file>

<file path=ppt/slides/_rels/slide2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5' Target='../media/image19.png' Type='http://schemas.openxmlformats.org/officeDocument/2006/relationships/image' />
</Relationships>

</file>

<file path=ppt/slides/_rels/slide2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6' Target='../media/image20.png' Type='http://schemas.openxmlformats.org/officeDocument/2006/relationships/image' />
</Relationships>

</file>

<file path=ppt/slides/_rels/slide2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7' Target='../media/image21.png' Type='http://schemas.openxmlformats.org/officeDocument/2006/relationships/image' />
</Relationships>

</file>

<file path=ppt/slides/_rels/slide2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8' Target='../media/image22.png' Type='http://schemas.openxmlformats.org/officeDocument/2006/relationships/image' />
</Relationships>

</file>

<file path=ppt/slides/_rels/slide2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9' Target='../media/image23.png' Type='http://schemas.openxmlformats.org/officeDocument/2006/relationships/image' />
</Relationships>

</file>

<file path=ppt/slides/_rels/slide2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0' Target='../media/image24.png' Type='http://schemas.openxmlformats.org/officeDocument/2006/relationships/image' />
</Relationships>

</file>

<file path=ppt/slides/_rels/slide2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1' Target='../media/image25.png' Type='http://schemas.openxmlformats.org/officeDocument/2006/relationships/image' />
</Relationships>

</file>

<file path=ppt/slides/_rels/slide2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2' Target='../media/image26.png' Type='http://schemas.openxmlformats.org/officeDocument/2006/relationships/image' />
</Relationships>

</file>

<file path=ppt/slides/_rels/slide2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3' Target='../media/image27.png' Type='http://schemas.openxmlformats.org/officeDocument/2006/relationships/image' />
</Relationships>

</file>

<file path=ppt/slides/_rels/slide2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4' Target='../media/image28.png' Type='http://schemas.openxmlformats.org/officeDocument/2006/relationships/image' />
</Relationships>

</file>

<file path=ppt/slides/_rels/slide3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5' Target='../media/image29.png' Type='http://schemas.openxmlformats.org/officeDocument/2006/relationships/image' />
</Relationships>

</file>

<file path=ppt/slides/_rels/slide3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6' Target='../media/image30.png' Type='http://schemas.openxmlformats.org/officeDocument/2006/relationships/image' />
</Relationships>

</file>

<file path=ppt/slides/_rels/slide3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7' Target='../media/image31.png' Type='http://schemas.openxmlformats.org/officeDocument/2006/relationships/image' />
</Relationships>

</file>

<file path=ppt/slides/_rels/slide3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8' Target='../media/image32.png' Type='http://schemas.openxmlformats.org/officeDocument/2006/relationships/image' />
</Relationships>

</file>

<file path=ppt/slides/_rels/slide3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9' Target='../media/image33.png' Type='http://schemas.openxmlformats.org/officeDocument/2006/relationships/image' />
</Relationships>

</file>

<file path=ppt/slides/_rels/slide3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0' Target='../media/image34.png' Type='http://schemas.openxmlformats.org/officeDocument/2006/relationships/image' />
</Relationships>

</file>

<file path=ppt/slides/_rels/slide3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1' Target='../media/image35.png' Type='http://schemas.openxmlformats.org/officeDocument/2006/relationships/image' />
</Relationships>

</file>

<file path=ppt/slides/_rels/slide3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2' Target='../media/image36.png' Type='http://schemas.openxmlformats.org/officeDocument/2006/relationships/image' />
</Relationships>

</file>

<file path=ppt/slides/_rels/slide3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3' Target='../media/image37.png' Type='http://schemas.openxmlformats.org/officeDocument/2006/relationships/image' />
</Relationships>

</file>

<file path=ppt/slides/_rels/slide3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4' Target='../media/image38.png' Type='http://schemas.openxmlformats.org/officeDocument/2006/relationships/image' />
</Relationships>

</file>

<file path=ppt/slides/_rels/slide4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5' Target='../media/image39.png' Type='http://schemas.openxmlformats.org/officeDocument/2006/relationships/image' />
</Relationships>

</file>

<file path=ppt/slides/_rels/slide4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6' Target='../media/image40.png' Type='http://schemas.openxmlformats.org/officeDocument/2006/relationships/image' />
</Relationships>

</file>

<file path=ppt/slides/_rels/slide4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7' Target='../media/image41.png' Type='http://schemas.openxmlformats.org/officeDocument/2006/relationships/image' />
</Relationships>

</file>

<file path=ppt/slides/_rels/slide4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8' Target='../media/image42.png' Type='http://schemas.openxmlformats.org/officeDocument/2006/relationships/image' />
</Relationships>

</file>

<file path=ppt/slides/_rels/slide4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9' Target='../media/image43.png' Type='http://schemas.openxmlformats.org/officeDocument/2006/relationships/image' />
</Relationships>

</file>

<file path=ppt/slides/_rels/slide4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50' Target='../media/image44.png' Type='http://schemas.openxmlformats.org/officeDocument/2006/relationships/image' />
</Relationships>

</file>

<file path=ppt/slides/_rels/slide4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51' Target='../media/image45.png' Type='http://schemas.openxmlformats.org/officeDocument/2006/relationships/image' />
</Relationships>

</file>

<file path=ppt/slides/_rels/slide4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52' Target='../media/image46.png' Type='http://schemas.openxmlformats.org/officeDocument/2006/relationships/image' />
</Relationships>

</file>

<file path=ppt/slides/_rels/slide4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53' Target='../media/image47.png' Type='http://schemas.openxmlformats.org/officeDocument/2006/relationships/image' />
</Relationships>

</file>

<file path=ppt/slides/_rels/slide4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54' Target='../media/image48.png' Type='http://schemas.openxmlformats.org/officeDocument/2006/relationships/image' />
</Relationships>

</file>

<file path=ppt/slides/_rels/slide5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55' Target='../media/image49.png' Type='http://schemas.openxmlformats.org/officeDocument/2006/relationships/image' />
</Relationships>

</file>

<file path=ppt/slides/_rels/slide5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56' Target='../media/image50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5493719-C12C-473F-90A7-D5C387AC7994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Group_4_COVID-19 Prediction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86C5F2D7-45E6-40D7-88D9-B1E5172C0F9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26/06/2026 3:07:52 SA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16" id="2" name="slide2">
            <a:extLst>
              <a:ext uri="{FF2B5EF4-FFF2-40B4-BE49-F238E27FC236}">
                <a16:creationId xmlns:a16="http://schemas.microsoft.com/office/drawing/2014/main" id="{14A6202B-4AE1-4526-B41F-2E1BFD8D56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8" id="3" name="slide3">
            <a:extLst>
              <a:ext uri="{FF2B5EF4-FFF2-40B4-BE49-F238E27FC236}">
                <a16:creationId xmlns:a16="http://schemas.microsoft.com/office/drawing/2014/main" id="{A987142B-D31C-466E-9DAA-241BB43191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17" id="4" name="slide4">
            <a:extLst>
              <a:ext uri="{FF2B5EF4-FFF2-40B4-BE49-F238E27FC236}">
                <a16:creationId xmlns:a16="http://schemas.microsoft.com/office/drawing/2014/main" id="{8F48DF55-6E4C-4FF9-ABF8-4D84486401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3" id="5" name="slide5">
            <a:extLst>
              <a:ext uri="{FF2B5EF4-FFF2-40B4-BE49-F238E27FC236}">
                <a16:creationId xmlns:a16="http://schemas.microsoft.com/office/drawing/2014/main" id="{4D3E3556-06C4-41FE-B63C-40FDE302FF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10" id="6" name="slide6">
            <a:extLst>
              <a:ext uri="{FF2B5EF4-FFF2-40B4-BE49-F238E27FC236}">
                <a16:creationId xmlns:a16="http://schemas.microsoft.com/office/drawing/2014/main" id="{3FDC8C0C-4400-47DF-AED6-653E7D83831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11" id="7" name="slide7">
            <a:extLst>
              <a:ext uri="{FF2B5EF4-FFF2-40B4-BE49-F238E27FC236}">
                <a16:creationId xmlns:a16="http://schemas.microsoft.com/office/drawing/2014/main" id="{A8DB6C31-589D-416C-B5F2-5C963EF818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12" id="8" name="slide8">
            <a:extLst>
              <a:ext uri="{FF2B5EF4-FFF2-40B4-BE49-F238E27FC236}">
                <a16:creationId xmlns:a16="http://schemas.microsoft.com/office/drawing/2014/main" id="{F9C5973F-816E-4427-85D9-3AFBE66C28E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4" id="9" name="slide9">
            <a:extLst>
              <a:ext uri="{FF2B5EF4-FFF2-40B4-BE49-F238E27FC236}">
                <a16:creationId xmlns:a16="http://schemas.microsoft.com/office/drawing/2014/main" id="{5E5DA1EF-B015-4243-9921-9AD9B86FB6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13" id="10" name="slide10">
            <a:extLst>
              <a:ext uri="{FF2B5EF4-FFF2-40B4-BE49-F238E27FC236}">
                <a16:creationId xmlns:a16="http://schemas.microsoft.com/office/drawing/2014/main" id="{878EBDA2-6369-4B67-9819-1B9F56554A1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14" id="11" name="slide11">
            <a:extLst>
              <a:ext uri="{FF2B5EF4-FFF2-40B4-BE49-F238E27FC236}">
                <a16:creationId xmlns:a16="http://schemas.microsoft.com/office/drawing/2014/main" id="{920B5D6C-F6DE-42C6-8039-36908777463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15" id="12" name="slide12">
            <a:extLst>
              <a:ext uri="{FF2B5EF4-FFF2-40B4-BE49-F238E27FC236}">
                <a16:creationId xmlns:a16="http://schemas.microsoft.com/office/drawing/2014/main" id="{72118D3F-4EB1-421C-8600-7007D17AF5A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5" id="13" name="slide13">
            <a:extLst>
              <a:ext uri="{FF2B5EF4-FFF2-40B4-BE49-F238E27FC236}">
                <a16:creationId xmlns:a16="http://schemas.microsoft.com/office/drawing/2014/main" id="{021343D1-C0C8-4ED7-BADC-A568CA773D3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6" id="14" name="slide14">
            <a:extLst>
              <a:ext uri="{FF2B5EF4-FFF2-40B4-BE49-F238E27FC236}">
                <a16:creationId xmlns:a16="http://schemas.microsoft.com/office/drawing/2014/main" id="{3DF2726C-9A69-48F4-AD82-F8CF1CDE2A0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7" id="15" name="slide15">
            <a:extLst>
              <a:ext uri="{FF2B5EF4-FFF2-40B4-BE49-F238E27FC236}">
                <a16:creationId xmlns:a16="http://schemas.microsoft.com/office/drawing/2014/main" id="{BC911818-D5AE-4143-8CA5-5FE358A779E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erview of Covid 19" id="16" name="slide16">
            <a:extLst>
              <a:ext uri="{FF2B5EF4-FFF2-40B4-BE49-F238E27FC236}">
                <a16:creationId xmlns:a16="http://schemas.microsoft.com/office/drawing/2014/main" id="{65DBD094-4CF7-4091-A863-589DA76D887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ists" id="17" name="slide17">
            <a:extLst>
              <a:ext uri="{FF2B5EF4-FFF2-40B4-BE49-F238E27FC236}">
                <a16:creationId xmlns:a16="http://schemas.microsoft.com/office/drawing/2014/main" id="{39410CC3-C7B7-4965-BBEC-3375CE74A9F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actor affect COVID-19 " id="18" name="slide18">
            <a:extLst>
              <a:ext uri="{FF2B5EF4-FFF2-40B4-BE49-F238E27FC236}">
                <a16:creationId xmlns:a16="http://schemas.microsoft.com/office/drawing/2014/main" id="{FA6C618A-3EA8-4E72-99D8-341A75D9485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actors affect COVID-19 (2)" id="19" name="slide19">
            <a:extLst>
              <a:ext uri="{FF2B5EF4-FFF2-40B4-BE49-F238E27FC236}">
                <a16:creationId xmlns:a16="http://schemas.microsoft.com/office/drawing/2014/main" id="{FCA95AA9-E231-4020-845C-15F9579B92D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st Policy (map)" id="20" name="slide20">
            <a:extLst>
              <a:ext uri="{FF2B5EF4-FFF2-40B4-BE49-F238E27FC236}">
                <a16:creationId xmlns:a16="http://schemas.microsoft.com/office/drawing/2014/main" id="{E05CB519-6A00-4D8E-BDD0-79BA0A1353F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495300"/>
            <a:ext cx="101822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ecasting" id="21" name="slide21">
            <a:extLst>
              <a:ext uri="{FF2B5EF4-FFF2-40B4-BE49-F238E27FC236}">
                <a16:creationId xmlns:a16="http://schemas.microsoft.com/office/drawing/2014/main" id="{7AD26EFA-40CD-4201-98F4-4B964582824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287" y="638175"/>
            <a:ext cx="8353425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tual" id="22" name="slide22">
            <a:extLst>
              <a:ext uri="{FF2B5EF4-FFF2-40B4-BE49-F238E27FC236}">
                <a16:creationId xmlns:a16="http://schemas.microsoft.com/office/drawing/2014/main" id="{FBC22CB2-1344-4C1A-8B75-FF01A55DB6D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287" y="704850"/>
            <a:ext cx="8353425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st Policy" id="23" name="slide23">
            <a:extLst>
              <a:ext uri="{FF2B5EF4-FFF2-40B4-BE49-F238E27FC236}">
                <a16:creationId xmlns:a16="http://schemas.microsoft.com/office/drawing/2014/main" id="{96B0ADAE-8318-41DC-AFDF-BB4564A8A11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125" y="623887"/>
            <a:ext cx="9429750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sting Policy Trend" id="24" name="slide24">
            <a:extLst>
              <a:ext uri="{FF2B5EF4-FFF2-40B4-BE49-F238E27FC236}">
                <a16:creationId xmlns:a16="http://schemas.microsoft.com/office/drawing/2014/main" id="{812E3F58-17FB-4608-B906-43F34F492A85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462" y="461962"/>
            <a:ext cx="9363075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ist" id="25" name="slide25">
            <a:extLst>
              <a:ext uri="{FF2B5EF4-FFF2-40B4-BE49-F238E27FC236}">
                <a16:creationId xmlns:a16="http://schemas.microsoft.com/office/drawing/2014/main" id="{ACB8F3DD-63F8-47B6-97B7-01BD2020E10C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964" y="0"/>
            <a:ext cx="12680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firmed Cases" id="26" name="slide26">
            <a:extLst>
              <a:ext uri="{FF2B5EF4-FFF2-40B4-BE49-F238E27FC236}">
                <a16:creationId xmlns:a16="http://schemas.microsoft.com/office/drawing/2014/main" id="{9A51828F-629D-467A-AA33-182447940EDC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0" y="2538412"/>
            <a:ext cx="133350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aths" id="27" name="slide27">
            <a:extLst>
              <a:ext uri="{FF2B5EF4-FFF2-40B4-BE49-F238E27FC236}">
                <a16:creationId xmlns:a16="http://schemas.microsoft.com/office/drawing/2014/main" id="{CE4A44EA-7DFE-4535-A006-AC84A838AC01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0" y="2386012"/>
            <a:ext cx="95250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itve Cases" id="28" name="slide28">
            <a:extLst>
              <a:ext uri="{FF2B5EF4-FFF2-40B4-BE49-F238E27FC236}">
                <a16:creationId xmlns:a16="http://schemas.microsoft.com/office/drawing/2014/main" id="{33DE48F3-DBBA-4B54-84A8-F155BDAC5780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0" y="2500312"/>
            <a:ext cx="114300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ath Rate" id="29" name="slide29">
            <a:extLst>
              <a:ext uri="{FF2B5EF4-FFF2-40B4-BE49-F238E27FC236}">
                <a16:creationId xmlns:a16="http://schemas.microsoft.com/office/drawing/2014/main" id="{B8CCBC62-C9CF-42A1-9435-F73CF72E172D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0" y="2466975"/>
            <a:ext cx="95250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itical Cases" id="30" name="slide30">
            <a:extLst>
              <a:ext uri="{FF2B5EF4-FFF2-40B4-BE49-F238E27FC236}">
                <a16:creationId xmlns:a16="http://schemas.microsoft.com/office/drawing/2014/main" id="{0DFD6F2B-393E-4B03-A5F5-DD12BF0F3886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662" y="733425"/>
            <a:ext cx="8448675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covered Cases" id="31" name="slide31">
            <a:extLst>
              <a:ext uri="{FF2B5EF4-FFF2-40B4-BE49-F238E27FC236}">
                <a16:creationId xmlns:a16="http://schemas.microsoft.com/office/drawing/2014/main" id="{CC8F6AE7-2F68-4B0F-8FE7-B8DF4C607F40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925" y="2786062"/>
            <a:ext cx="2724150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covered Rate" id="32" name="slide32">
            <a:extLst>
              <a:ext uri="{FF2B5EF4-FFF2-40B4-BE49-F238E27FC236}">
                <a16:creationId xmlns:a16="http://schemas.microsoft.com/office/drawing/2014/main" id="{DB0173DF-A474-4CB2-B54E-CEE7923B8491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925" y="2890837"/>
            <a:ext cx="272415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erall Active Cases vs Recovered vs Deaths" id="33" name="slide33">
            <a:extLst>
              <a:ext uri="{FF2B5EF4-FFF2-40B4-BE49-F238E27FC236}">
                <a16:creationId xmlns:a16="http://schemas.microsoft.com/office/drawing/2014/main" id="{16C38DA1-B99A-4C8E-901B-0700F00D8D8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287" y="671512"/>
            <a:ext cx="8353425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untry with Highest Confirmed Cases" id="34" name="slide34">
            <a:extLst>
              <a:ext uri="{FF2B5EF4-FFF2-40B4-BE49-F238E27FC236}">
                <a16:creationId xmlns:a16="http://schemas.microsoft.com/office/drawing/2014/main" id="{5B4B73A8-A53F-4898-9381-B251CFCC5B88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647700"/>
            <a:ext cx="98679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untry with Highest Death Cases" id="35" name="slide35">
            <a:extLst>
              <a:ext uri="{FF2B5EF4-FFF2-40B4-BE49-F238E27FC236}">
                <a16:creationId xmlns:a16="http://schemas.microsoft.com/office/drawing/2014/main" id="{170EF1F9-ED7D-45DA-90C7-12E57CBB69FC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2690812"/>
            <a:ext cx="843915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untry with Highest Recovered Cases" id="36" name="slide36">
            <a:extLst>
              <a:ext uri="{FF2B5EF4-FFF2-40B4-BE49-F238E27FC236}">
                <a16:creationId xmlns:a16="http://schemas.microsoft.com/office/drawing/2014/main" id="{7AA1A4A1-5196-45BC-9043-F3A198B71BC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681037"/>
            <a:ext cx="8439150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untry with Highest Critcal Cases" id="37" name="slide37">
            <a:extLst>
              <a:ext uri="{FF2B5EF4-FFF2-40B4-BE49-F238E27FC236}">
                <a16:creationId xmlns:a16="http://schemas.microsoft.com/office/drawing/2014/main" id="{F2B79129-0CBF-4908-BB5E-1E3E4E711099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2690812"/>
            <a:ext cx="843915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firmed Cases by Country" id="38" name="slide38">
            <a:extLst>
              <a:ext uri="{FF2B5EF4-FFF2-40B4-BE49-F238E27FC236}">
                <a16:creationId xmlns:a16="http://schemas.microsoft.com/office/drawing/2014/main" id="{C37450D2-0395-477A-9E8B-39B63AD1E83F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675" y="490537"/>
            <a:ext cx="8248650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Case By Country " id="39" name="slide39">
            <a:extLst>
              <a:ext uri="{FF2B5EF4-FFF2-40B4-BE49-F238E27FC236}">
                <a16:creationId xmlns:a16="http://schemas.microsoft.com/office/drawing/2014/main" id="{64D2976C-577D-412C-8453-EFE9764A737E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287" y="557212"/>
            <a:ext cx="8353425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ily New Cases &amp;amp; Vaccination Rate" id="40" name="slide40">
            <a:extLst>
              <a:ext uri="{FF2B5EF4-FFF2-40B4-BE49-F238E27FC236}">
                <a16:creationId xmlns:a16="http://schemas.microsoft.com/office/drawing/2014/main" id="{B93875A2-7966-4DA4-800C-FB4F38396CA8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12" y="542925"/>
            <a:ext cx="10010775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VID-19 Positive Rate" id="41" name="slide41">
            <a:extLst>
              <a:ext uri="{FF2B5EF4-FFF2-40B4-BE49-F238E27FC236}">
                <a16:creationId xmlns:a16="http://schemas.microsoft.com/office/drawing/2014/main" id="{CA6F8CC4-2952-4FE1-B33D-1BFA0ABF67CE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050" y="557212"/>
            <a:ext cx="8343900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Deaths" id="42" name="slide42">
            <a:extLst>
              <a:ext uri="{FF2B5EF4-FFF2-40B4-BE49-F238E27FC236}">
                <a16:creationId xmlns:a16="http://schemas.microsoft.com/office/drawing/2014/main" id="{A015E200-07F5-4AC3-B10A-62D8E94CA568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262" y="0"/>
            <a:ext cx="733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Cases" id="43" name="slide43">
            <a:extLst>
              <a:ext uri="{FF2B5EF4-FFF2-40B4-BE49-F238E27FC236}">
                <a16:creationId xmlns:a16="http://schemas.microsoft.com/office/drawing/2014/main" id="{7659B704-D785-4982-8BDF-84AF3DFC2EDB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025" y="1652587"/>
            <a:ext cx="1885950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ringency Index &amp;amp; New Cases" id="44" name="slide44">
            <a:extLst>
              <a:ext uri="{FF2B5EF4-FFF2-40B4-BE49-F238E27FC236}">
                <a16:creationId xmlns:a16="http://schemas.microsoft.com/office/drawing/2014/main" id="{0EA27371-7B74-48A9-BFCB-5807F9805C3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" y="638175"/>
            <a:ext cx="9991725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untry &amp;amp; Vaccin Rate" id="45" name="slide45">
            <a:extLst>
              <a:ext uri="{FF2B5EF4-FFF2-40B4-BE49-F238E27FC236}">
                <a16:creationId xmlns:a16="http://schemas.microsoft.com/office/drawing/2014/main" id="{E79A381D-6658-47BD-BADD-BA198A11B086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437" y="152400"/>
            <a:ext cx="6715125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ndwashing Facilities &amp;amp; Total Cases" id="46" name="slide46">
            <a:extLst>
              <a:ext uri="{FF2B5EF4-FFF2-40B4-BE49-F238E27FC236}">
                <a16:creationId xmlns:a16="http://schemas.microsoft.com/office/drawing/2014/main" id="{EF3D3967-755E-48D7-ACF3-FB858A51DAEA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1362075"/>
            <a:ext cx="986790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spital Bed Per Thousand &amp;amp; Death Rate" id="47" name="slide47">
            <a:extLst>
              <a:ext uri="{FF2B5EF4-FFF2-40B4-BE49-F238E27FC236}">
                <a16:creationId xmlns:a16="http://schemas.microsoft.com/office/drawing/2014/main" id="{3336F6AA-433D-4F53-BC7C-DCD44D8C264D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50" y="0"/>
            <a:ext cx="70966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bets &amp;amp; Deaths" id="48" name="slide48">
            <a:extLst>
              <a:ext uri="{FF2B5EF4-FFF2-40B4-BE49-F238E27FC236}">
                <a16:creationId xmlns:a16="http://schemas.microsoft.com/office/drawing/2014/main" id="{161125EA-1939-46A8-ADC1-BC2925D6647B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575" y="1042987"/>
            <a:ext cx="8324850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untry &amp;amp; Vaccin Rate (2)" id="49" name="slide49">
            <a:extLst>
              <a:ext uri="{FF2B5EF4-FFF2-40B4-BE49-F238E27FC236}">
                <a16:creationId xmlns:a16="http://schemas.microsoft.com/office/drawing/2014/main" id="{854DC23C-A883-4BF7-84D1-F7DDA34DE826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437" y="233362"/>
            <a:ext cx="6715125" cy="63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ily New Cases &amp;amp; Vaccination Rate (2)" id="50" name="slide50">
            <a:extLst>
              <a:ext uri="{FF2B5EF4-FFF2-40B4-BE49-F238E27FC236}">
                <a16:creationId xmlns:a16="http://schemas.microsoft.com/office/drawing/2014/main" id="{73971F4F-E426-447F-B3FC-5877429EADEF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350" y="0"/>
            <a:ext cx="22192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ople Fully Vaccinated &amp;amp; Partially" id="51" name="slide51">
            <a:extLst>
              <a:ext uri="{FF2B5EF4-FFF2-40B4-BE49-F238E27FC236}">
                <a16:creationId xmlns:a16="http://schemas.microsoft.com/office/drawing/2014/main" id="{9CB06999-258D-469F-B5DF-18E4E92F1CD7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38573"/>
            <a:ext cx="12192000" cy="118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51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2026-06-25T20:08:25Z</dcterms:created>
  <dcterms:modified xsi:type="dcterms:W3CDTF">2026-06-25T20:08:25Z</dcterms:modified>
</cp:coreProperties>
</file>